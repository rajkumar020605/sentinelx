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SentinelX</a:t>
            </a:r>
          </a:p>
          <a:p>
            <a:pPr algn="ctr">
              <a:defRPr sz="2500">
                <a:solidFill>
                  <a:srgbClr val="BFDBFE"/>
                </a:solidFill>
              </a:defRPr>
            </a:pPr>
            <a:r>
              <a:t>AI-Assisted Security Monitoring &amp; Incident Response Platform</a:t>
            </a:r>
          </a:p>
          <a:p>
            <a:pPr algn="ctr">
              <a:defRPr sz="1700">
                <a:solidFill>
                  <a:srgbClr val="CBD5E1"/>
                </a:solidFill>
              </a:defRPr>
            </a:pPr>
            <a:r>
              <a:t>SOC • Threat Detection • ML Anomaly Detection •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7589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Organizations generate a large number of security events.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Manual monitoring can miss suspicious activity.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Different events may belong to the same attack or incident.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Analysts need a quick way to prioritize high-risk threats.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Investigations, alerts, and evidence need to be tracked centrally.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45920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Challenge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Too many events, limited analyst attention.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063240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Need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Automated detection and risk-based prioritization.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480560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Goal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 centralized SOC-style security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SentinelX centralizes security event monitoring.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Rule-based detection identifies known suspicious behavior.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Threat intelligence checks known indicators of compromise.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Risk scoring prioritizes threats from low to critical.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ML anomaly detection finds unusual events beyond fixed rules.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Incidents, alerts, investigation, MITRE mapping, reports, and audit logs are connected.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Project Architecture</a:t>
            </a:r>
          </a:p>
        </p:txBody>
      </p:sp>
      <p:pic>
        <p:nvPicPr>
          <p:cNvPr id="4" name="Picture 3" descr="SentinelX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201400" cy="6534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SentinelX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Security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5544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5544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Threat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544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Risk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5544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Event Correlation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832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Incident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33832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33832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3832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3383280"/>
            <a:ext cx="205740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Audit &amp;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Major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Authentication &amp; RBAC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JWT login, Argon2 hashing, Admin/Analyst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Detection Engine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Brute force, suspicious login, IOC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23444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Risk Scoring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Low, Medium, High, Critical prioritization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5176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Incident Management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Assignment, status, notes, related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Alert Management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New, acknowledged, resolved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65176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Threat Intelligence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IOC type, value, source, threat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6908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ML Anomalies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Isolation Forest based anomaly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6908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MITRE ATT&amp;CK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Maps detections to attacker 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069080"/>
            <a:ext cx="34290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Reports &amp; Audit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CSV/PDF reports and analyst activity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Machine Learning Anomaly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Input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Security event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Model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Isolation Forest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Output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Normal or anomalous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Features include severity, login status, source IP, IOC, username, message length, and event type characteristics.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Anomalies can be integrated into the incident and alert workflow.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ML complements rule-based detection instead of replacing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MITRE ATT&amp;CK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02920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T1110 — Brute Force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Credential Access • Repeated failed login attempts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02920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T1078 — Valid Accounts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Initial Access • Suspicious login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MITRE ATT&amp;CK gives analysts a common language for attacker behavior.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It connects detection rules to known adversary techniques.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Additional mappings can be added as the platform grows.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Security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JWT authentication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Argon2 password hashing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25880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Role-Based Access Control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API rate limiting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651760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CORS configuration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651760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Security headers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Input validation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977639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Global error handling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977639"/>
            <a:ext cx="3429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Audit logging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Protection at the application/API layer.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Backend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Python • FastAPI • SQLAlchemy • Pydantic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3832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Frontend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HTML5 • CSS3 •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3832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Database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33832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Machine Learning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Scikit-learn • Isolation Forest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63240"/>
            <a:ext cx="33832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Security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JWT • Argon2 • RBAC • MITRE ATT&amp;CK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063240"/>
            <a:ext cx="33832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Tools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Git • GitHub • Swagger/OpenAPI • VS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1. Login to SentinelX as an authorized analyst.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2. Open the SOC Dashboard and view current security metrics.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3. Review Security Events and identify suspicious activity.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4. Open an Incident and inspect related events and MITRE mapping.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5. Review Alerts and update the investigation workflow.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6. Open ML Anomalies to review unusual events.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7. Generate CSV/PDF reports and review Audit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11. 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Centralized SOC-style monitoring interface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Automated rule-based and ML-assisted detection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Risk-based incident prioritization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Connected incident → alert → investigation workflow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MITRE ATT&amp;CK context for detected behaviors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Reports and auditability for security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554480"/>
            <a:ext cx="320040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Core Platform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017520"/>
            <a:ext cx="320040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Security Modules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Integrated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480560"/>
            <a:ext cx="320040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GitHub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Project repository maintained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12.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Real-time log streaming and SIEM integrations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Email/SMS or real-time alert notifications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More advanced ML models and behavioral analytics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Automated response and containment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Cloud deployment and Docker support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PostgreSQL production database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Expanded MITRE ATT&amp;CK coverage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Advanced event correlation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0"/>
            <a:ext cx="96926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100">
                <a:solidFill>
                  <a:srgbClr val="E2E8F0"/>
                </a:solidFill>
              </a:defRPr>
            </a:pPr>
            <a:r>
              <a:t>SentinelX provides an end-to-end SOC monitoring and incident response workflow.</a:t>
            </a:r>
          </a:p>
          <a:p>
            <a:pPr algn="ctr">
              <a:spcAft>
                <a:spcPts val="1200"/>
              </a:spcAft>
              <a:defRPr sz="2100">
                <a:solidFill>
                  <a:srgbClr val="E2E8F0"/>
                </a:solidFill>
              </a:defRPr>
            </a:pPr>
            <a:r>
              <a:t>It combines detection, intelligence, ML, risk scoring, investigation, and reporting.</a:t>
            </a:r>
          </a:p>
          <a:p>
            <a:pPr algn="ctr">
              <a:spcAft>
                <a:spcPts val="1200"/>
              </a:spcAft>
              <a:defRPr sz="2100">
                <a:solidFill>
                  <a:srgbClr val="E2E8F0"/>
                </a:solidFill>
              </a:defRPr>
            </a:pPr>
            <a:r>
              <a:t>The platform helps analysts identify and prioritize security threats efficiently.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F172A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475569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